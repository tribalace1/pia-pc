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7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ribalAce1/PIA-PC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AutoForense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Automatización Inteligente de Análisis Forense en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E6FF"/>
                </a:solidFill>
              </a:defRPr>
            </a:pPr>
            <a:r>
              <a:t>Análisis Forense Digital + Inteligencia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¿Qué es AutoForense?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Herramienta de análisis forense digital para sistemas Windows que combina:</a:t>
            </a:r>
          </a:p>
          <a:p>
            <a:pPr lvl="1">
              <a:spcAft>
                <a:spcPts val="1000"/>
              </a:spcAft>
              <a:defRPr sz="1800">
                <a:solidFill>
                  <a:srgbClr val="2E7D32"/>
                </a:solidFill>
              </a:defRPr>
            </a:pPr>
            <a:r>
              <a:t>🔍  Recopilación automatizada de datos forenses</a:t>
            </a:r>
          </a:p>
          <a:p>
            <a:pPr lvl="1">
              <a:spcAft>
                <a:spcPts val="1000"/>
              </a:spcAft>
              <a:defRPr sz="1800">
                <a:solidFill>
                  <a:srgbClr val="DB4437"/>
                </a:solidFill>
              </a:defRPr>
            </a:pPr>
            <a:r>
              <a:t>🤖  Análisis inteligente con IA (Google Gemini 2.5 Pro)</a:t>
            </a:r>
          </a:p>
          <a:p>
            <a:pPr lvl="1">
              <a:spcAft>
                <a:spcPts val="1000"/>
              </a:spcAft>
              <a:defRPr sz="1800">
                <a:solidFill>
                  <a:srgbClr val="FB8C00"/>
                </a:solidFill>
              </a:defRPr>
            </a:pPr>
            <a:r>
              <a:t>📊  Generación de reportes profesionales en PDF</a:t>
            </a:r>
          </a:p>
          <a:p>
            <a:pPr lvl="1">
              <a:spcAft>
                <a:spcPts val="1000"/>
              </a:spcAft>
              <a:defRPr sz="1800">
                <a:solidFill>
                  <a:srgbClr val="D32F2F"/>
                </a:solidFill>
              </a:defRPr>
            </a:pPr>
            <a:r>
              <a:t>⚡  Detección de amenazas y comportamientos sospechosos</a:t>
            </a:r>
          </a:p>
          <a:p>
            <a:pPr lvl="1">
              <a:spcAft>
                <a:spcPts val="1000"/>
              </a:spcAft>
              <a:defRPr sz="1800">
                <a:solidFill>
                  <a:srgbClr val="2E7D32"/>
                </a:solidFill>
              </a:defRPr>
            </a:pPr>
            <a:r>
              <a:t>🛡️  Operaciones no destructivas (solo lectura)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Arquitectura del Sistema</a:t>
            </a:r>
          </a:p>
        </p:txBody>
      </p:sp>
      <p:pic>
        <p:nvPicPr>
          <p:cNvPr id="16" name="Picture 15" descr="A diagram of a flowchart&#10;&#10;AI-generated content may be incorrect.">
            <a:extLst>
              <a:ext uri="{FF2B5EF4-FFF2-40B4-BE49-F238E27FC236}">
                <a16:creationId xmlns:a16="http://schemas.microsoft.com/office/drawing/2014/main" id="{A8AA9B25-9FAB-A64D-0034-11EF3139A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26" y="1208936"/>
            <a:ext cx="4809228" cy="5374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Componentes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0F0F0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AutoForense.py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Programa principal con menú interactivo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solidFill>
            <a:srgbClr val="F0F0F0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FuncionesForenses.psm1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Módulo PowerShell para recopilación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0F0F0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PowershellHelper.py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Puente Python-PowerShell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F0F0F0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AIAnalyzer.py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Integración con Google Gemini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solidFill>
            <a:srgbClr val="F0F0F0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PDFGenerator.py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Generador de reportes 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40680"/>
            <a:ext cx="8229600" cy="731520"/>
          </a:xfrm>
          <a:prstGeom prst="rect">
            <a:avLst/>
          </a:prstGeom>
          <a:solidFill>
            <a:srgbClr val="F0F0F0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Prompt.txt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Configuración del comportamiento de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🔧 Modo Básico (sin 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Get-SuspiciousEvents</a:t>
            </a:r>
            <a:br/>
            <a:r>
              <a:t>Extrae eventos sospechosos del Visor de Eventos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Get-InternetProcesses</a:t>
            </a:r>
            <a:br/>
            <a:r>
              <a:t>Correlaciona procesos con conexiones de red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Get-UnsignedProcesses</a:t>
            </a:r>
            <a:br/>
            <a:r>
              <a:t>Detecta procesos sin firma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9C27B0"/>
                </a:solidFill>
              </a:defRPr>
            </a:pPr>
            <a:r>
              <a:t>🤖 Modo con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373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Análisis Forense con IA</a:t>
            </a:r>
            <a:br/>
            <a:r>
              <a:t>Ejecuta tarea específica + análisis IA</a:t>
            </a:r>
          </a:p>
          <a:p>
            <a:pPr>
              <a:spcAft>
                <a:spcPts val="1200"/>
              </a:spcAft>
              <a:defRPr sz="1400">
                <a:solidFill>
                  <a:srgbClr val="212121"/>
                </a:solidFill>
              </a:defRPr>
            </a:pPr>
            <a:r>
              <a:t>• Análisis Forense Completo</a:t>
            </a:r>
            <a:br/>
            <a:r>
              <a:t>Ejecuta todas las tareas + reporte consolidado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E65100"/>
                </a:solidFill>
              </a:defRPr>
            </a:pPr>
            <a:r>
              <a:t>✨ Características Destacadas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✓ Detección automática de amenazas y comportamientos anómalos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✓ Reportes profesionales en PDF con análisis detallado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✓ Correlación inteligente de datos forenses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✓ Recomendaciones de seguridad personalizadas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Flujo de Trabajo</a:t>
            </a:r>
          </a:p>
        </p:txBody>
      </p:sp>
      <p:sp>
        <p:nvSpPr>
          <p:cNvPr id="3" name="Trapezoid 2"/>
          <p:cNvSpPr/>
          <p:nvPr/>
        </p:nvSpPr>
        <p:spPr>
          <a:xfrm>
            <a:off x="731520" y="1188720"/>
            <a:ext cx="548640" cy="548640"/>
          </a:xfrm>
          <a:prstGeom prst="trapezoid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0"/>
            <a:ext cx="6858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Usuario selecciona tareas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1828800"/>
            <a:ext cx="0" cy="228600"/>
          </a:xfrm>
          <a:prstGeom prst="bentConnector3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rapezoid 5"/>
          <p:cNvSpPr/>
          <p:nvPr/>
        </p:nvSpPr>
        <p:spPr>
          <a:xfrm>
            <a:off x="731520" y="2148840"/>
            <a:ext cx="548640" cy="548640"/>
          </a:xfrm>
          <a:prstGeom prst="trapezoid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6858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PowerShell recopila datos del sistema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2788920"/>
            <a:ext cx="0" cy="228600"/>
          </a:xfrm>
          <a:prstGeom prst="bentConnector3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rapezoid 8"/>
          <p:cNvSpPr/>
          <p:nvPr/>
        </p:nvSpPr>
        <p:spPr>
          <a:xfrm>
            <a:off x="731520" y="3108960"/>
            <a:ext cx="548640" cy="548640"/>
          </a:xfrm>
          <a:prstGeom prst="trapezoid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6858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Datos se exportan en formato CSV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3749040"/>
            <a:ext cx="0" cy="228600"/>
          </a:xfrm>
          <a:prstGeom prst="bentConnector3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pezoid 11"/>
          <p:cNvSpPr/>
          <p:nvPr/>
        </p:nvSpPr>
        <p:spPr>
          <a:xfrm>
            <a:off x="731520" y="4069080"/>
            <a:ext cx="548640" cy="548640"/>
          </a:xfrm>
          <a:prstGeom prst="trapezoid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69080"/>
            <a:ext cx="6858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IA analiza y detecta anomalías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" y="4709160"/>
            <a:ext cx="0" cy="228600"/>
          </a:xfrm>
          <a:prstGeom prst="bentConnector3">
            <a:avLst/>
          </a:prstGeom>
          <a:ln w="381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rapezoid 14"/>
          <p:cNvSpPr/>
          <p:nvPr/>
        </p:nvSpPr>
        <p:spPr>
          <a:xfrm>
            <a:off x="731520" y="5029200"/>
            <a:ext cx="548640" cy="548640"/>
          </a:xfrm>
          <a:prstGeom prst="trapezoid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29200"/>
            <a:ext cx="6858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Se genera reporte PDF profesional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Instalación y Configuración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📋 Requisitos</a:t>
            </a:r>
          </a:p>
          <a:p>
            <a:pPr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• Windows 10/11  • Python 3.8+  • PowerShell 5.1+  • API Key de Google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 b="1">
                <a:solidFill>
                  <a:srgbClr val="2E7D32"/>
                </a:solidFill>
              </a:defRPr>
            </a:pPr>
            <a:r>
              <a:t>⚙️ Pasos de Instalación</a:t>
            </a:r>
          </a:p>
          <a:p>
            <a:pPr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1. Clonar el repositorio</a:t>
            </a:r>
          </a:p>
          <a:p>
            <a:pPr lvl="1">
              <a:spcAft>
                <a:spcPts val="1000"/>
              </a:spcAft>
              <a:defRPr sz="1300">
                <a:solidFill>
                  <a:srgbClr val="646464"/>
                </a:solidFill>
                <a:latin typeface="Consolas"/>
              </a:defRPr>
            </a:pPr>
            <a:r>
              <a:t>git clone https://github.com/usuario/PIA-PC.git</a:t>
            </a:r>
          </a:p>
          <a:p>
            <a:pPr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2. Instalar dependencias Python</a:t>
            </a:r>
          </a:p>
          <a:p>
            <a:pPr lvl="1">
              <a:spcAft>
                <a:spcPts val="1000"/>
              </a:spcAft>
              <a:defRPr sz="1300">
                <a:solidFill>
                  <a:srgbClr val="646464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3. Configurar API Key de Google AI</a:t>
            </a:r>
          </a:p>
          <a:p>
            <a:pPr lvl="1">
              <a:spcAft>
                <a:spcPts val="1000"/>
              </a:spcAft>
              <a:defRPr sz="1300">
                <a:solidFill>
                  <a:srgbClr val="646464"/>
                </a:solidFill>
                <a:latin typeface="Consolas"/>
              </a:defRPr>
            </a:pPr>
            <a:r>
              <a:t>Crear archivo .env con: GOOGLE_API_KEY=tu_key</a:t>
            </a:r>
          </a:p>
          <a:p>
            <a:pPr>
              <a:spcAft>
                <a:spcPts val="400"/>
              </a:spcAft>
              <a:defRPr sz="1600" b="1">
                <a:solidFill>
                  <a:srgbClr val="1976D2"/>
                </a:solidFill>
              </a:defRPr>
            </a:pPr>
            <a:r>
              <a:t>4. Ejecutar el programa</a:t>
            </a:r>
          </a:p>
          <a:p>
            <a:pPr lvl="1">
              <a:spcAft>
                <a:spcPts val="1000"/>
              </a:spcAft>
              <a:defRPr sz="1300">
                <a:solidFill>
                  <a:srgbClr val="646464"/>
                </a:solidFill>
                <a:latin typeface="Consolas"/>
              </a:defRPr>
            </a:pPr>
            <a:r>
              <a:t>.\ejecutar_autoforense.bat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Modo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solidFill>
            <a:srgbClr val="1E1E1E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00FF00"/>
                </a:solidFill>
                <a:latin typeface="Consolas"/>
              </a:defRPr>
            </a:pPr>
            <a:r>
              <a:rPr dirty="0" err="1"/>
              <a:t>AutoForense</a:t>
            </a:r>
            <a:r>
              <a:rPr dirty="0"/>
              <a:t> - </a:t>
            </a:r>
            <a:r>
              <a:rPr dirty="0" err="1"/>
              <a:t>Menú</a:t>
            </a:r>
            <a:r>
              <a:rPr dirty="0"/>
              <a:t> Principal</a:t>
            </a:r>
            <a:br>
              <a:rPr dirty="0"/>
            </a:br>
            <a:br>
              <a:rPr dirty="0"/>
            </a:b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:</a:t>
            </a:r>
            <a:br>
              <a:rPr dirty="0"/>
            </a:br>
            <a:br>
              <a:rPr dirty="0"/>
            </a:br>
            <a:r>
              <a:rPr dirty="0"/>
              <a:t>1. Get-</a:t>
            </a:r>
            <a:r>
              <a:rPr dirty="0" err="1"/>
              <a:t>SuspiciousEvents</a:t>
            </a:r>
            <a:r>
              <a:rPr dirty="0"/>
              <a:t> - </a:t>
            </a:r>
            <a:r>
              <a:rPr dirty="0" err="1"/>
              <a:t>Extraer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sospechosos</a:t>
            </a:r>
            <a:br>
              <a:rPr dirty="0"/>
            </a:br>
            <a:r>
              <a:rPr dirty="0"/>
              <a:t>2. Get-</a:t>
            </a:r>
            <a:r>
              <a:rPr dirty="0" err="1"/>
              <a:t>InternetProcesses</a:t>
            </a:r>
            <a:r>
              <a:rPr dirty="0"/>
              <a:t> - </a:t>
            </a:r>
            <a:r>
              <a:rPr dirty="0" err="1"/>
              <a:t>Procesos</a:t>
            </a:r>
            <a:r>
              <a:rPr dirty="0"/>
              <a:t> con </a:t>
            </a:r>
            <a:r>
              <a:rPr dirty="0" err="1"/>
              <a:t>conexiones</a:t>
            </a:r>
            <a:r>
              <a:rPr dirty="0"/>
              <a:t> de red</a:t>
            </a:r>
            <a:br>
              <a:rPr dirty="0"/>
            </a:br>
            <a:r>
              <a:rPr dirty="0"/>
              <a:t>3. Get-</a:t>
            </a:r>
            <a:r>
              <a:rPr dirty="0" err="1"/>
              <a:t>UnsignedProcesses</a:t>
            </a:r>
            <a:r>
              <a:rPr dirty="0"/>
              <a:t> - </a:t>
            </a:r>
            <a:r>
              <a:rPr dirty="0" err="1"/>
              <a:t>Procesos</a:t>
            </a:r>
            <a:r>
              <a:rPr dirty="0"/>
              <a:t> sin </a:t>
            </a:r>
            <a:r>
              <a:rPr dirty="0" err="1"/>
              <a:t>firma</a:t>
            </a:r>
            <a:r>
              <a:rPr dirty="0"/>
              <a:t> digital</a:t>
            </a:r>
            <a:br>
              <a:rPr dirty="0"/>
            </a:br>
            <a:r>
              <a:rPr dirty="0"/>
              <a:t>4.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Forense</a:t>
            </a:r>
            <a:r>
              <a:rPr dirty="0"/>
              <a:t> con IA -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 y </a:t>
            </a:r>
            <a:r>
              <a:rPr dirty="0" err="1"/>
              <a:t>analiza</a:t>
            </a:r>
            <a:r>
              <a:rPr dirty="0"/>
              <a:t> con IA</a:t>
            </a:r>
            <a:br>
              <a:rPr dirty="0"/>
            </a:br>
            <a:r>
              <a:rPr dirty="0"/>
              <a:t>5.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Forense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-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tareas</a:t>
            </a:r>
            <a:r>
              <a:rPr dirty="0"/>
              <a:t> + </a:t>
            </a:r>
            <a:r>
              <a:rPr dirty="0" err="1"/>
              <a:t>reporte</a:t>
            </a:r>
            <a:r>
              <a:rPr dirty="0"/>
              <a:t> PDF</a:t>
            </a:r>
            <a:br>
              <a:rPr dirty="0"/>
            </a:br>
            <a:r>
              <a:rPr dirty="0"/>
              <a:t>6. </a:t>
            </a:r>
            <a:r>
              <a:rPr dirty="0" err="1"/>
              <a:t>Salir</a:t>
            </a:r>
            <a:br>
              <a:rPr dirty="0"/>
            </a:br>
            <a:br>
              <a:rPr dirty="0"/>
            </a:br>
            <a:r>
              <a:rPr dirty="0" err="1"/>
              <a:t>Seleccione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opción</a:t>
            </a:r>
            <a:r>
              <a:rPr dirty="0"/>
              <a:t> (1-6): 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Tecnologías Utilizadas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1097280"/>
          </a:xfrm>
          <a:prstGeom prst="rect">
            <a:avLst/>
          </a:prstGeom>
          <a:solidFill>
            <a:srgbClr val="3572A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Python 3.8+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Lenguaje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3474720" cy="1097280"/>
          </a:xfrm>
          <a:prstGeom prst="rect">
            <a:avLst/>
          </a:prstGeom>
          <a:solidFill>
            <a:srgbClr val="012456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PowerShell 5.1+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Recopilación forense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474720" cy="1097280"/>
          </a:xfrm>
          <a:prstGeom prst="rect">
            <a:avLst/>
          </a:prstGeom>
          <a:solidFill>
            <a:srgbClr val="DB4437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Google Gemini 2.5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Inteligencia Artificial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743200"/>
            <a:ext cx="3474720" cy="1097280"/>
          </a:xfrm>
          <a:prstGeom prst="rect">
            <a:avLst/>
          </a:prstGeom>
          <a:solidFill>
            <a:srgbClr val="F44336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ReportLab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Generación de 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4114800"/>
            <a:ext cx="3474720" cy="1097280"/>
          </a:xfrm>
          <a:prstGeom prst="rect">
            <a:avLst/>
          </a:prstGeom>
          <a:solidFill>
            <a:srgbClr val="0078D7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Windows API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Análisis del sistema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Resultados y Reportes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400" b="1">
                <a:solidFill>
                  <a:srgbClr val="2E7D32"/>
                </a:solidFill>
              </a:defRPr>
            </a:pPr>
            <a:r>
              <a:t>📊 Tipos de Salida</a:t>
            </a:r>
          </a:p>
          <a:p>
            <a:pPr>
              <a:spcAft>
                <a:spcPts val="600"/>
              </a:spcAft>
              <a:defRPr sz="1800" b="1">
                <a:solidFill>
                  <a:srgbClr val="1976D2"/>
                </a:solidFill>
              </a:defRPr>
            </a:pPr>
            <a:r>
              <a:t>• Archivos CSV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Datos tabulados de eventos, procesos y conexiones</a:t>
            </a:r>
          </a:p>
          <a:p>
            <a:pPr>
              <a:spcAft>
                <a:spcPts val="600"/>
              </a:spcAft>
              <a:defRPr sz="1800" b="1">
                <a:solidFill>
                  <a:srgbClr val="1976D2"/>
                </a:solidFill>
              </a:defRPr>
            </a:pPr>
            <a:r>
              <a:t>• Reportes PDF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Análisis completo con hallazgos y recomendaciones</a:t>
            </a:r>
          </a:p>
          <a:p>
            <a:pPr>
              <a:spcAft>
                <a:spcPts val="600"/>
              </a:spcAft>
              <a:defRPr sz="1800" b="1">
                <a:solidFill>
                  <a:srgbClr val="1976D2"/>
                </a:solidFill>
              </a:defRPr>
            </a:pPr>
            <a:r>
              <a:t>• Consola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Resultados inmediatos en tiempo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7680960" cy="210312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E7D32"/>
                </a:solidFill>
              </a:defRPr>
            </a:pPr>
            <a:r>
              <a:t>📄 Contenido del Reporte PDF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</a:defRPr>
            </a:pPr>
            <a:r>
              <a:t>✓ Resumen ejecutivo de hallazgos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</a:defRPr>
            </a:pPr>
            <a:r>
              <a:t>✓ Análisis detallado de amenazas detectadas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</a:defRPr>
            </a:pPr>
            <a:r>
              <a:t>✓ Estadísticas y métricas del sistema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</a:defRPr>
            </a:pPr>
            <a:r>
              <a:t>✓ Recomendaciones de seguridad específicas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</a:defRPr>
            </a:pPr>
            <a:r>
              <a:t>✓ Nivel de riesgo por categoría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Consideraciones de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500"/>
              </a:spcAft>
              <a:defRPr sz="2400" b="1">
                <a:solidFill>
                  <a:srgbClr val="2E7D32"/>
                </a:solidFill>
              </a:defRPr>
            </a:pPr>
            <a:r>
              <a:rPr dirty="0"/>
              <a:t>🛡️ </a:t>
            </a:r>
            <a:r>
              <a:rPr dirty="0" err="1"/>
              <a:t>Principios</a:t>
            </a:r>
            <a:r>
              <a:rPr dirty="0"/>
              <a:t> de </a:t>
            </a:r>
            <a:r>
              <a:rPr dirty="0" err="1"/>
              <a:t>Seguridad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7772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🔒 No Destructivo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Solo operaciones de lectura, sin modificar 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06040"/>
            <a:ext cx="7315200" cy="7772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🔒 Autorización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Obtener permisos antes de analizar sistemas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7315200" cy="7772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🔒 Privacidad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No compartir reportes con información sensible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26280"/>
            <a:ext cx="7315200" cy="7772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🔒 Verificación</a:t>
            </a:r>
          </a:p>
          <a:p>
            <a:pPr>
              <a:defRPr sz="1400">
                <a:solidFill>
                  <a:srgbClr val="212121"/>
                </a:solidFill>
              </a:defRPr>
            </a:pPr>
            <a:r>
              <a:t>Los hallazgos deben ser validados por profesionales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⚖️ AutoForense se proporciona 'tal cual', sin garantías. El usuario es responsable del cumplimiento de leyes y regulaciones aplicables.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AutoForense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forense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 e </a:t>
            </a:r>
            <a:r>
              <a:rPr dirty="0" err="1"/>
              <a:t>inteligente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Detección</a:t>
            </a:r>
            <a:r>
              <a:rPr dirty="0"/>
              <a:t> </a:t>
            </a:r>
            <a:r>
              <a:rPr dirty="0" err="1"/>
              <a:t>temprana</a:t>
            </a:r>
            <a:r>
              <a:rPr dirty="0"/>
              <a:t> de </a:t>
            </a:r>
            <a:r>
              <a:rPr dirty="0" err="1"/>
              <a:t>amenazas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Reportes</a:t>
            </a:r>
            <a:r>
              <a:rPr dirty="0"/>
              <a:t> </a:t>
            </a:r>
            <a:r>
              <a:rPr dirty="0" err="1"/>
              <a:t>profesionales</a:t>
            </a:r>
            <a:r>
              <a:rPr dirty="0"/>
              <a:t> </a:t>
            </a:r>
            <a:r>
              <a:rPr dirty="0" err="1"/>
              <a:t>accionables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✅ </a:t>
            </a:r>
            <a:r>
              <a:rPr dirty="0" err="1"/>
              <a:t>Fácil</a:t>
            </a:r>
            <a:r>
              <a:rPr dirty="0"/>
              <a:t> de usar, </a:t>
            </a:r>
            <a:r>
              <a:rPr dirty="0" err="1"/>
              <a:t>potente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resultados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✅ Código </a:t>
            </a:r>
            <a:r>
              <a:rPr dirty="0" err="1"/>
              <a:t>abierto</a:t>
            </a:r>
            <a:r>
              <a:rPr dirty="0"/>
              <a:t> y extensible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¡Gracias por su atención!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4842" y="5943600"/>
            <a:ext cx="40543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E6FF"/>
                </a:solidFill>
              </a:defRPr>
            </a:pPr>
            <a:r>
              <a:rPr dirty="0"/>
              <a:t>GitHub: </a:t>
            </a:r>
            <a:r>
              <a:rPr lang="en-US" dirty="0">
                <a:hlinkClick r:id="rId2"/>
              </a:rPr>
              <a:t>https://github.com/TribalAce1/PIA-PC</a:t>
            </a:r>
            <a:endParaRPr lang="en-US" dirty="0"/>
          </a:p>
          <a:p>
            <a:pPr algn="ctr">
              <a:defRPr sz="1600">
                <a:solidFill>
                  <a:srgbClr val="C8E6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616</Words>
  <Application>Microsoft Office PowerPoint</Application>
  <PresentationFormat>On-screen Show (4:3)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Rogelio De Llano Salazar</cp:lastModifiedBy>
  <cp:revision>2</cp:revision>
  <dcterms:created xsi:type="dcterms:W3CDTF">2013-01-27T09:14:16Z</dcterms:created>
  <dcterms:modified xsi:type="dcterms:W3CDTF">2025-11-13T04:50:43Z</dcterms:modified>
  <cp:category/>
</cp:coreProperties>
</file>